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6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Business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</a:t>
            </a:r>
          </a:p>
          <a:p>
            <a:r>
              <a:rPr lang="en-US" dirty="0"/>
              <a:t>Abdinasir Omari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business performance across key areas:</a:t>
            </a:r>
          </a:p>
          <a:p>
            <a:pPr lvl="1"/>
            <a:r>
              <a:t>Profitability drivers</a:t>
            </a:r>
          </a:p>
          <a:p>
            <a:pPr lvl="1"/>
            <a:r>
              <a:t>Operational efficiency (SLA performance)</a:t>
            </a:r>
          </a:p>
          <a:p>
            <a:pPr lvl="1"/>
            <a:r>
              <a:t>Discount and return behavior</a:t>
            </a:r>
          </a:p>
          <a:p>
            <a:pPr lvl="1"/>
            <a:r>
              <a:t>Regional and channel performance differences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Discount vs Return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 rate increases with deeper discounts</a:t>
            </a:r>
          </a:p>
          <a:p>
            <a:pPr lvl="1"/>
            <a:r>
              <a:t>30%+ discount band has highest return rate (6.49%)</a:t>
            </a:r>
          </a:p>
          <a:p>
            <a:pPr lvl="1"/>
            <a:r>
              <a:t>5–15% discount band has lowest return rate (3.65%)</a:t>
            </a:r>
          </a:p>
          <a:p>
            <a:pPr lvl="1"/>
            <a:r>
              <a:t>Deep discounts may reduce profitability through higher returns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Level Performance (SLA)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SLA Definition: On-time delivery = delay ≤ 0</a:t>
            </a:r>
          </a:p>
          <a:p>
            <a:pPr lvl="1"/>
            <a:r>
              <a:t>Overall on-time performance ≈ 50%</a:t>
            </a:r>
          </a:p>
          <a:p>
            <a:pPr lvl="1"/>
            <a:r>
              <a:t>1 out of every 2 deliveries is late</a:t>
            </a:r>
          </a:p>
          <a:p>
            <a:pPr lvl="1"/>
            <a:r>
              <a:t>Major operational risk affecting customer satisfaction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On-Time Performance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Best: Kisumu (~52.6%)</a:t>
            </a:r>
          </a:p>
          <a:p>
            <a:pPr lvl="1"/>
            <a:r>
              <a:t>Worst: Mombasa (~49.3%)</a:t>
            </a:r>
          </a:p>
          <a:p>
            <a:pPr lvl="1"/>
            <a:r>
              <a:t>Performance inconsistency across regions</a:t>
            </a:r>
          </a:p>
          <a:p>
            <a:pPr lvl="1"/>
            <a:r>
              <a:t>Need for regional standardization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On-Time Performance by 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Best: Agent (~52.7%)</a:t>
            </a:r>
          </a:p>
          <a:p>
            <a:pPr lvl="1"/>
            <a:r>
              <a:t>Retail: ~51.2%</a:t>
            </a:r>
          </a:p>
          <a:p>
            <a:pPr lvl="1"/>
            <a:r>
              <a:t>Worst: Online (~50.0%)</a:t>
            </a:r>
          </a:p>
          <a:p>
            <a:pPr lvl="1"/>
            <a:r>
              <a:t>Online channel requires logistics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City-Level Bottlenecks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Molo (~41%) – Critical underperformance</a:t>
            </a:r>
          </a:p>
          <a:p>
            <a:pPr lvl="1"/>
            <a:r>
              <a:t>Kasarani (~45%)</a:t>
            </a:r>
          </a:p>
          <a:p>
            <a:pPr lvl="1"/>
            <a:r>
              <a:t>Kapsoya (~48%)</a:t>
            </a:r>
          </a:p>
          <a:p>
            <a:pPr lvl="1"/>
            <a:r>
              <a:t>Localized delivery challenges impacting SLA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Risks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discounting increases return rates</a:t>
            </a:r>
          </a:p>
          <a:p>
            <a:pPr lvl="1"/>
            <a:r>
              <a:t>Low SLA performance impacts customer trust</a:t>
            </a:r>
          </a:p>
          <a:p>
            <a:pPr lvl="1"/>
            <a:r>
              <a:t>Operational inefficiencies reduce margins</a:t>
            </a:r>
          </a:p>
          <a:p>
            <a:pPr lvl="1"/>
            <a:r>
              <a:t>Regional service inequality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 discount strategy (focus on 5–15% range)</a:t>
            </a:r>
          </a:p>
          <a:p>
            <a:pPr lvl="1"/>
            <a:r>
              <a:t>Reduce excessive 30%+ discount campaigns</a:t>
            </a:r>
          </a:p>
          <a:p>
            <a:pPr lvl="1"/>
            <a:r>
              <a:t>Align promotions with operational capacity</a:t>
            </a:r>
          </a:p>
          <a:p>
            <a:pPr lvl="1"/>
            <a:r>
              <a:t>Strengthen Online channel fulfillment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 worst-performing cities (route optimization)</a:t>
            </a:r>
          </a:p>
          <a:p>
            <a:pPr lvl="1"/>
            <a:r>
              <a:t>Implement SLA escalation and tracking system</a:t>
            </a:r>
          </a:p>
          <a:p>
            <a:pPr lvl="1"/>
            <a:r>
              <a:t>Improve packaging &amp; returns management process</a:t>
            </a:r>
          </a:p>
          <a:p>
            <a:pPr lvl="1"/>
            <a:r>
              <a:t>Increase regional accountability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issues driven by discounting and delivery delays</a:t>
            </a:r>
          </a:p>
          <a:p>
            <a:pPr lvl="1"/>
            <a:r>
              <a:t>Profit margins pressured by high returns and weak SLA</a:t>
            </a:r>
          </a:p>
          <a:p>
            <a:pPr lvl="1"/>
            <a:r>
              <a:t>Improving logistics and pricing discipline will increase profitability</a:t>
            </a:r>
          </a:p>
          <a:p>
            <a:pPr lvl="1"/>
            <a:r>
              <a:t>Data-driven decisions are critical for sustainable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289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Business Performance Analysis</vt:lpstr>
      <vt:lpstr>Project Objective</vt:lpstr>
      <vt:lpstr>Discount vs Return Insights</vt:lpstr>
      <vt:lpstr>Service Level Performance (SLA)</vt:lpstr>
      <vt:lpstr>On-Time Performance by Region</vt:lpstr>
      <vt:lpstr>On-Time Performance by Channel</vt:lpstr>
      <vt:lpstr>City-Level Bottlenecks</vt:lpstr>
      <vt:lpstr>Key Business Risks Identified</vt:lpstr>
      <vt:lpstr>Strategic Business Recommendations</vt:lpstr>
      <vt:lpstr>Operational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El~hajji</dc:creator>
  <cp:keywords/>
  <dc:description>generated using python-pptx</dc:description>
  <cp:lastModifiedBy>Abdinasir Omari</cp:lastModifiedBy>
  <cp:revision>2</cp:revision>
  <dcterms:created xsi:type="dcterms:W3CDTF">2013-01-27T09:14:16Z</dcterms:created>
  <dcterms:modified xsi:type="dcterms:W3CDTF">2026-03-01T05:32:29Z</dcterms:modified>
  <cp:category/>
</cp:coreProperties>
</file>